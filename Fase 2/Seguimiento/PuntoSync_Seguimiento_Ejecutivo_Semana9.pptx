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78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" cy="6620256"/>
          </a:xfrm>
          <a:prstGeom prst="rect">
            <a:avLst/>
          </a:prstGeom>
          <a:solidFill>
            <a:srgbClr val="1F4F3A"/>
          </a:solidFill>
          <a:ln w="12700">
            <a:solidFill>
              <a:srgbClr val="1F4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5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PuntoSync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2226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Seguimiento ejecutivo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2226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Semana 9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22402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7085"/>
                </a:solidFill>
              </a:rPr>
              <a:t>La200 • Waterfall • 9 de 17</a:t>
            </a:r>
            <a:endParaRPr lang="en-US" sz="1600" dirty="0"/>
          </a:p>
        </p:txBody>
      </p:sp>
      <p:pic>
        <p:nvPicPr>
          <p:cNvPr id="6" name="Image 0" descr="/mnt/data/week9_extract/image1.png"/>
          <p:cNvPicPr>
            <a:picLocks noChangeAspect="1"/>
          </p:cNvPicPr>
          <p:nvPr/>
        </p:nvPicPr>
        <p:blipFill>
          <a:blip r:embed="rId3"/>
          <a:srcRect l="5604" r="5604"/>
          <a:stretch/>
        </p:blipFill>
        <p:spPr>
          <a:xfrm>
            <a:off x="6263640" y="777240"/>
            <a:ext cx="5394960" cy="4800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49834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E654E"/>
          </a:solidFill>
          <a:ln w="12700">
            <a:solidFill>
              <a:srgbClr val="2E654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58368" y="50749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Diseño y trazabilidad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63240" y="49834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E7EC7"/>
          </a:solidFill>
          <a:ln w="12700">
            <a:solidFill>
              <a:srgbClr val="1E7E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063240" y="50749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Roadmap actualizado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5559552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58368" y="56509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Riesgos con mitigación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063240" y="5559552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45B46"/>
          </a:solidFill>
          <a:ln w="12700">
            <a:solidFill>
              <a:srgbClr val="245B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3063240" y="56509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Próximos hitos S10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0F6F3"/>
          </a:solidFill>
          <a:ln w="12700">
            <a:solidFill>
              <a:srgbClr val="F0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74320" y="6675120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PuntoSync • La200 • Semana 9 de 17 • Metodología Waterfall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F3A"/>
          </a:solidFill>
          <a:ln w="12700">
            <a:solidFill>
              <a:srgbClr val="1F4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ejecutivo de la semana 9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692640" y="1554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DECE5"/>
                </a:solidFill>
              </a:rPr>
              <a:t>Semana 9 / 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6FAF8"/>
          </a:solidFill>
          <a:ln w="1270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252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5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Dónde estamos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64208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2629"/>
                </a:solidFill>
              </a:rPr>
              <a:t>Semana 9 de 17. Se mantiene Waterfall y el foco pasa desde la entrega de diseño hacia trazabilidad, evidencias y preparación de QA.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1430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6FAF8"/>
          </a:solidFill>
          <a:ln w="1270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480560" y="1252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7E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se consolidó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1664208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2629"/>
                </a:solidFill>
              </a:rPr>
              <a:t>Arquitectura 4+1, modelo ER, modelo relacional, prototipo con capturas reales, casos de uso y matriz de pruebas base.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2440" y="11430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6FAF8"/>
          </a:solidFill>
          <a:ln w="1270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229600" y="1252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falta cerrar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0" y="1664208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2629"/>
                </a:solidFill>
              </a:rPr>
              <a:t>Ampliar escenarios de prueba, ordenar evidencias en GitHub y terminar ajustes de accesibilidad del POS antes de QA.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154680"/>
            <a:ext cx="10789920" cy="0"/>
          </a:xfrm>
          <a:prstGeom prst="line">
            <a:avLst/>
          </a:prstGeom>
          <a:noFill/>
          <a:ln w="1270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8580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5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ejecutiva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5800" y="397764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222629"/>
                </a:solidFill>
              </a:rPr>
              <a:t>El proyecto no cambia de alcance: La200 sigue operando con web para clientes, POS tablet y app de escritorio administrativa.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222629"/>
                </a:solidFill>
              </a:rPr>
              <a:t>La semana 9 se usa para ordenar y ampliar la trazabilidad, no para agregar funcionalidades nuevas.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85800" y="5440680"/>
            <a:ext cx="10698480" cy="594360"/>
          </a:xfrm>
          <a:prstGeom prst="roundRect">
            <a:avLst>
              <a:gd name="adj" fmla="val 9231"/>
            </a:avLst>
          </a:prstGeom>
          <a:solidFill>
            <a:srgbClr val="E8F3EE"/>
          </a:solidFill>
          <a:ln w="12700">
            <a:solidFill>
              <a:srgbClr val="C9DDD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914400" y="562356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4F3A"/>
                </a:solidFill>
              </a:rPr>
              <a:t>Decisión clave: mantener 20 casos de uso principales y ampliar a 100+ escenarios / casos de prueba derivados.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0F6F3"/>
          </a:solidFill>
          <a:ln w="12700">
            <a:solidFill>
              <a:srgbClr val="F0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274320" y="6675120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PuntoSync • La200 • Semana 9 de 17 • Metodología Waterfall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F3A"/>
          </a:solidFill>
          <a:ln w="12700">
            <a:solidFill>
              <a:srgbClr val="1F4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Semana 9: trazabilidad funcional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692640" y="1554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DECE5"/>
                </a:solidFill>
              </a:rPr>
              <a:t>Semana 9 / 17</a:t>
            </a:r>
            <a:endParaRPr lang="en-US" sz="1000" dirty="0"/>
          </a:p>
        </p:txBody>
      </p:sp>
      <p:pic>
        <p:nvPicPr>
          <p:cNvPr id="5" name="Image 0" descr="/mnt/data/puntosync_week9_assets/PuntoSync_Trazabilidad_Seman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758952"/>
            <a:ext cx="9997440" cy="5623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0F6F3"/>
          </a:solidFill>
          <a:ln w="12700">
            <a:solidFill>
              <a:srgbClr val="F0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274320" y="6675120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PuntoSync • La200 • Semana 9 de 17 • Metodología Waterfall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F3A"/>
          </a:solidFill>
          <a:ln w="12700">
            <a:solidFill>
              <a:srgbClr val="1F4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Artefactos de diseño consolidados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692640" y="1554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DECE5"/>
                </a:solidFill>
              </a:rPr>
              <a:t>Semana 9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5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</a:t>
            </a:r>
            <a:endParaRPr lang="en-US" sz="1700" dirty="0"/>
          </a:p>
        </p:txBody>
      </p:sp>
      <p:pic>
        <p:nvPicPr>
          <p:cNvPr id="7" name="Image 1" descr="/mnt/data/week9_extract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730" y="1325880"/>
            <a:ext cx="3261500" cy="1965960"/>
          </a:xfrm>
          <a:prstGeom prst="rect">
            <a:avLst/>
          </a:prstGeom>
        </p:spPr>
      </p:pic>
      <p:pic>
        <p:nvPicPr>
          <p:cNvPr id="8" name="Image 2" descr="/mnt/data/week9_extract/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249" y="1325880"/>
            <a:ext cx="2981981" cy="196596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94360" y="39776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6FAF8"/>
          </a:solidFill>
          <a:ln w="1270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5"/>
          <p:cNvSpPr/>
          <p:nvPr/>
        </p:nvSpPr>
        <p:spPr>
          <a:xfrm>
            <a:off x="731520" y="4087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5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 lógica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731520" y="4498848"/>
            <a:ext cx="3017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2629"/>
                </a:solidFill>
              </a:rPr>
              <a:t>Módulos principales y dependencias del sistema.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434840" y="39776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6FAF8"/>
          </a:solidFill>
          <a:ln w="1270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8"/>
          <p:cNvSpPr/>
          <p:nvPr/>
        </p:nvSpPr>
        <p:spPr>
          <a:xfrm>
            <a:off x="4572000" y="4087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7E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 física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72000" y="4498848"/>
            <a:ext cx="3017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2629"/>
                </a:solidFill>
              </a:rPr>
              <a:t>Dispositivos, infraestructura y servicios externos.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75320" y="39776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6FAF8"/>
          </a:solidFill>
          <a:ln w="1270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1"/>
          <p:cNvSpPr/>
          <p:nvPr/>
        </p:nvSpPr>
        <p:spPr>
          <a:xfrm>
            <a:off x="8412480" y="4087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datos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412480" y="4498848"/>
            <a:ext cx="3017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2629"/>
                </a:solidFill>
              </a:rPr>
              <a:t>Entidades, relaciones, PK/FK y reglas de integridad.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0F6F3"/>
          </a:solidFill>
          <a:ln w="12700">
            <a:solidFill>
              <a:srgbClr val="F0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4"/>
          <p:cNvSpPr/>
          <p:nvPr/>
        </p:nvSpPr>
        <p:spPr>
          <a:xfrm>
            <a:off x="274320" y="6675120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PuntoSync • La200 • Semana 9 de 17 • Metodología Waterfall</a:t>
            </a:r>
            <a:endParaRPr lang="en-US" sz="75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F745A1A9-E13D-CE24-B65D-90C23C8717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766" y="1376172"/>
            <a:ext cx="2119357" cy="24597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F3A"/>
          </a:solidFill>
          <a:ln w="12700">
            <a:solidFill>
              <a:srgbClr val="1F4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Prototipo: evidencias funcionales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692640" y="1554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DECE5"/>
                </a:solidFill>
              </a:rPr>
              <a:t>Semana 9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629"/>
                </a:solidFill>
              </a:rPr>
              <a:t>Semana 9: se mantienen capturas reales y se prepara congelamiento visual para evidencias definitivas.</a:t>
            </a:r>
            <a:endParaRPr lang="en-US" sz="1800" dirty="0"/>
          </a:p>
        </p:txBody>
      </p:sp>
      <p:pic>
        <p:nvPicPr>
          <p:cNvPr id="6" name="Image 0" descr="/mnt/data/week9_extract/image5.png"/>
          <p:cNvPicPr>
            <a:picLocks noChangeAspect="1"/>
          </p:cNvPicPr>
          <p:nvPr/>
        </p:nvPicPr>
        <p:blipFill>
          <a:blip r:embed="rId3"/>
          <a:srcRect l="6759" r="6759"/>
          <a:stretch/>
        </p:blipFill>
        <p:spPr>
          <a:xfrm>
            <a:off x="594360" y="1417320"/>
            <a:ext cx="5303520" cy="3840480"/>
          </a:xfrm>
          <a:prstGeom prst="rect">
            <a:avLst/>
          </a:prstGeom>
        </p:spPr>
      </p:pic>
      <p:pic>
        <p:nvPicPr>
          <p:cNvPr id="7" name="Image 1" descr="/mnt/data/week9_extract/image6.png"/>
          <p:cNvPicPr>
            <a:picLocks noChangeAspect="1"/>
          </p:cNvPicPr>
          <p:nvPr/>
        </p:nvPicPr>
        <p:blipFill>
          <a:blip r:embed="rId4"/>
          <a:srcRect t="13510" b="13510"/>
          <a:stretch/>
        </p:blipFill>
        <p:spPr>
          <a:xfrm>
            <a:off x="6263640" y="1417320"/>
            <a:ext cx="5303520" cy="384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54406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629"/>
                </a:solidFill>
              </a:rPr>
              <a:t>Tienda web: catálogo, búsqueda, pedido con retiro y pago local/Webpay.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355080" y="54406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629"/>
                </a:solidFill>
              </a:rPr>
              <a:t>POS tablet: venta presencial, carrito, efectivo y cobro con TUU.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0F6F3"/>
          </a:solidFill>
          <a:ln w="12700">
            <a:solidFill>
              <a:srgbClr val="F0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7"/>
          <p:cNvSpPr/>
          <p:nvPr/>
        </p:nvSpPr>
        <p:spPr>
          <a:xfrm>
            <a:off x="274320" y="6675120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PuntoSync • La200 • Semana 9 de 17 • Metodología Waterfall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F3A"/>
          </a:solidFill>
          <a:ln w="12700">
            <a:solidFill>
              <a:srgbClr val="1F4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Casos de uso y cobertura de pruebas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692640" y="1554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DECE5"/>
                </a:solidFill>
              </a:rPr>
              <a:t>Semana 9 / 17</a:t>
            </a:r>
            <a:endParaRPr lang="en-US" sz="1000" dirty="0"/>
          </a:p>
        </p:txBody>
      </p:sp>
      <p:pic>
        <p:nvPicPr>
          <p:cNvPr id="5" name="Image 0" descr="/mnt/data/week9_extract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49883"/>
            <a:ext cx="5532120" cy="4149090"/>
          </a:xfrm>
          <a:prstGeom prst="rect">
            <a:avLst/>
          </a:prstGeom>
        </p:spPr>
      </p:pic>
      <p:pic>
        <p:nvPicPr>
          <p:cNvPr id="6" name="Image 1" descr="/mnt/data/week9_extract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883093"/>
            <a:ext cx="5577840" cy="313753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6053328"/>
            <a:ext cx="10881360" cy="384048"/>
          </a:xfrm>
          <a:prstGeom prst="roundRect">
            <a:avLst>
              <a:gd name="adj" fmla="val 11905"/>
            </a:avLst>
          </a:prstGeom>
          <a:solidFill>
            <a:srgbClr val="E8F3EE"/>
          </a:solidFill>
          <a:ln w="12700">
            <a:solidFill>
              <a:srgbClr val="C9DDD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4"/>
          <p:cNvSpPr/>
          <p:nvPr/>
        </p:nvSpPr>
        <p:spPr>
          <a:xfrm>
            <a:off x="822960" y="6181344"/>
            <a:ext cx="10515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F3A"/>
                </a:solidFill>
              </a:rPr>
              <a:t>Semana 9: se mantienen 20 CU principales y se amplían subcasos / escenarios para acercarse a 100+ validaciones de QA.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0F6F3"/>
          </a:solidFill>
          <a:ln w="12700">
            <a:solidFill>
              <a:srgbClr val="F0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6"/>
          <p:cNvSpPr/>
          <p:nvPr/>
        </p:nvSpPr>
        <p:spPr>
          <a:xfrm>
            <a:off x="274320" y="6675120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PuntoSync • La200 • Semana 9 de 17 • Metodología Waterfall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F3A"/>
          </a:solidFill>
          <a:ln w="12700">
            <a:solidFill>
              <a:srgbClr val="1F4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actualizado: semana 9 de 17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692640" y="1554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DECE5"/>
                </a:solidFill>
              </a:rPr>
              <a:t>Semana 9 / 17</a:t>
            </a:r>
            <a:endParaRPr lang="en-US" sz="1000" dirty="0"/>
          </a:p>
        </p:txBody>
      </p:sp>
      <p:pic>
        <p:nvPicPr>
          <p:cNvPr id="5" name="Image 0" descr="/mnt/data/puntosync_week9_assets/PuntoSync_Roadmap_Seman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653" y="749808"/>
            <a:ext cx="10205357" cy="5715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0F6F3"/>
          </a:solidFill>
          <a:ln w="12700">
            <a:solidFill>
              <a:srgbClr val="F0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274320" y="6675120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PuntoSync • La200 • Semana 9 de 17 • Metodología Waterfall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F3A"/>
          </a:solidFill>
          <a:ln w="12700">
            <a:solidFill>
              <a:srgbClr val="1F4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Riesgos y mitigación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692640" y="1554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DECE5"/>
                </a:solidFill>
              </a:rPr>
              <a:t>Semana 9 / 17</a:t>
            </a:r>
            <a:endParaRPr lang="en-US" sz="1000" dirty="0"/>
          </a:p>
        </p:txBody>
      </p:sp>
      <p:pic>
        <p:nvPicPr>
          <p:cNvPr id="5" name="Image 0" descr="/mnt/data/puntosync_week9_assets/PuntoSync_Riesgos_Seman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749808"/>
            <a:ext cx="10287000" cy="5715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0F6F3"/>
          </a:solidFill>
          <a:ln w="12700">
            <a:solidFill>
              <a:srgbClr val="F0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274320" y="6675120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PuntoSync • La200 • Semana 9 de 17 • Metodología Waterfall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F3A"/>
          </a:solidFill>
          <a:ln w="12700">
            <a:solidFill>
              <a:srgbClr val="1F4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Compromisos para la semana 10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692640" y="1554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DECE5"/>
                </a:solidFill>
              </a:rPr>
              <a:t>Semana 9 / 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5303520" cy="1417320"/>
          </a:xfrm>
          <a:prstGeom prst="roundRect">
            <a:avLst>
              <a:gd name="adj" fmla="val 3871"/>
            </a:avLst>
          </a:prstGeom>
          <a:solidFill>
            <a:srgbClr val="F6FAF8"/>
          </a:solidFill>
          <a:ln w="1270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08813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5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diseño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1435608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2629"/>
                </a:solidFill>
              </a:rPr>
              <a:t>• Validar artefactos 4+1, ER, modelo relacional y trazabilidad CU/CP.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629"/>
                </a:solidFill>
              </a:rPr>
              <a:t>• Dejar GitHub ordenado por evidencias.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303520" cy="1417320"/>
          </a:xfrm>
          <a:prstGeom prst="roundRect">
            <a:avLst>
              <a:gd name="adj" fmla="val 3871"/>
            </a:avLst>
          </a:prstGeom>
          <a:solidFill>
            <a:srgbClr val="F6FAF8"/>
          </a:solidFill>
          <a:ln w="1270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291693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E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Prototipo y accesibilidad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264408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2629"/>
                </a:solidFill>
              </a:rPr>
              <a:t>• Cerrar ajustes visibles del POS para usuario mayor.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629"/>
                </a:solidFill>
              </a:rPr>
              <a:t>• Actualizar capturas reales después del ajuste.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5303520" cy="1417320"/>
          </a:xfrm>
          <a:prstGeom prst="roundRect">
            <a:avLst>
              <a:gd name="adj" fmla="val 3871"/>
            </a:avLst>
          </a:prstGeom>
          <a:solidFill>
            <a:srgbClr val="F6FAF8"/>
          </a:solidFill>
          <a:ln w="1270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22960" y="474573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7E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Preparación QA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5093208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2629"/>
                </a:solidFill>
              </a:rPr>
              <a:t>• Expandir escenarios de prueba derivados de CU principales.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629"/>
                </a:solidFill>
              </a:rPr>
              <a:t>• Definir datos controlados para Webpay, TUU, stock y retiro.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1143000"/>
            <a:ext cx="5029200" cy="4480560"/>
          </a:xfrm>
          <a:prstGeom prst="roundRect">
            <a:avLst>
              <a:gd name="adj" fmla="val 1633"/>
            </a:avLst>
          </a:prstGeom>
          <a:solidFill>
            <a:srgbClr val="F6FAF8"/>
          </a:solidFill>
          <a:ln w="1270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72084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Mensaje final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20840" y="2057400"/>
            <a:ext cx="43891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22629"/>
                </a:solidFill>
              </a:rPr>
              <a:t>La semana 9 no abre nuevas funcionalidades: consolida diseño, evidencia y trazabilidad para que la fase de QA tenga una base controlada.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720840" y="3794760"/>
            <a:ext cx="4389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67085"/>
                </a:solidFill>
              </a:rPr>
              <a:t>Próximo control: avance de escenarios de prueba, GitHub y cierre de accesibilidad POS.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0F6F3"/>
          </a:solidFill>
          <a:ln w="12700">
            <a:solidFill>
              <a:srgbClr val="F0F6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274320" y="6675120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PuntoSync • La200 • Semana 9 de 17 • Metodología Waterfall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562</Words>
  <Application>Microsoft Office PowerPoint</Application>
  <PresentationFormat>Panorámica</PresentationFormat>
  <Paragraphs>75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La200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PuntoSync - Seguimiento Semana 9</dc:title>
  <dc:subject>PuntoSync seguimiento semana 9</dc:subject>
  <dc:creator>OpenAI</dc:creator>
  <cp:lastModifiedBy>Joaquin Diaz</cp:lastModifiedBy>
  <cp:revision>2</cp:revision>
  <dcterms:created xsi:type="dcterms:W3CDTF">2026-10-09T20:28:53Z</dcterms:created>
  <dcterms:modified xsi:type="dcterms:W3CDTF">2026-10-09T20:43:33Z</dcterms:modified>
</cp:coreProperties>
</file>