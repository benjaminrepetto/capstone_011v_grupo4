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61500"/>
  <p:notesSz cx="6858000" cy="12161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sx42NBM8QEXckWQ4TfR2CewIp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Portada. Nombre del proyecto e intención: digitalizar el local de Mitzi, en una parcelación, sin dejar atrás a los trabajadores mayores que lo atienden.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a los tres integrantes. Después: Mitzi es la dueña; quienes usan el sistema en el local son los trabajadores mayores, no nosotros.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Contexto: local de Mitzi en una parcelación, productos de limpieza, trabajadores mayores. No es un kiosco de barrio.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tres intenciones: los trabajadores mayores, el cliente que retira, y Mitzi que necesita ordenar el negocio.</a:t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Problema: no es que no existan sistemas. Es que no existen para este local ni para quienes lo atienden.</a:t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Contar las dos escenas: el trabajador mayor en el local y quien vive en la parcelación, que hoy no puede pedir.</a:t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Propuesta de valor: no es una app bonita. Es que el trabajador mayor pueda cobrar, el residente retirar, y Mitzi ordenar el local.</a:t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puertas: cliente en la web, trabajadores en la tablet, Mitzi en la app de escritorio con autenticador.</a:t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Leer el objetivo general con calma. Después señalar: incluir, cuidar, ordenar.</a:t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leer los seis. Elegir dos o tres y decir que el resto está en la lámina.</a:t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Metodología tradicional: el sistema ya tiene una base funcional y ahora se formaliza en fases para documentar, probar, implementar y cerrar correctamente.</a:t>
            </a:r>
            <a:endParaRPr/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con la intención, no con la tech. Preguntas.</a:t>
            </a:r>
            <a:endParaRPr/>
          </a:p>
        </p:txBody>
      </p:sp>
      <p:sp>
        <p:nvSpPr>
          <p:cNvPr id="297" name="Google Shape;2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537960" y="0"/>
            <a:ext cx="5623560" cy="6858000"/>
          </a:xfrm>
          <a:prstGeom prst="rect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658368"/>
            <a:ext cx="146304" cy="146304"/>
          </a:xfrm>
          <a:prstGeom prst="ellipse">
            <a:avLst/>
          </a:prstGeom>
          <a:solidFill>
            <a:srgbClr val="7E8D6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49808" y="566928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PROPUESTA DE PROYECTO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1417320"/>
            <a:ext cx="5669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5400"/>
              <a:buFont typeface="Georgia"/>
              <a:buNone/>
            </a:pPr>
            <a:r>
              <a:rPr lang="en-US" sz="54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La 200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2331720"/>
            <a:ext cx="5669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2400"/>
              <a:buFont typeface="Georgia"/>
              <a:buNone/>
            </a:pPr>
            <a:r>
              <a:rPr i="1" lang="en-US" sz="24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Digitalizar el local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2400"/>
              <a:buFont typeface="Georgia"/>
              <a:buNone/>
            </a:pPr>
            <a:r>
              <a:rPr i="1" lang="en-US" sz="24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sin dejar a nadie atrás.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3886200"/>
            <a:ext cx="5577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Sistema de gestión, venta y retiro para un local de productos de limpieza en una parcelación. Hecho para que lo usen quienes ya atienden: trabajadores mayores, no un operador de supermercado.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580644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LADOSCIENTOS.CL  · 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720840" y="1965960"/>
            <a:ext cx="5257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9200"/>
              <a:buFont typeface="Georgia"/>
              <a:buNone/>
            </a:pPr>
            <a:r>
              <a:rPr i="1" lang="en-US" sz="92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200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040880" y="416052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Productos de limpieza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en una parcelación.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01  /  EL EQUIPO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3200"/>
              <a:buFont typeface="Georgia"/>
              <a:buNone/>
            </a:pPr>
            <a:r>
              <a:rPr lang="en-US" sz="32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Integrantes y roles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Tres integrantes desarrollan el sistema para un local real: La 200.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1664208"/>
            <a:ext cx="3657600" cy="30632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58952" y="1901952"/>
            <a:ext cx="530352" cy="530352"/>
          </a:xfrm>
          <a:prstGeom prst="ellipse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58952" y="19019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JD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58952" y="2578608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000"/>
              <a:buFont typeface="Georgia"/>
              <a:buNone/>
            </a:pPr>
            <a:r>
              <a:rPr lang="en-US" sz="2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Joaquín Díaz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58952" y="2999232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B87A5C"/>
                </a:solidFill>
                <a:latin typeface="Calibri"/>
                <a:ea typeface="Calibri"/>
                <a:cs typeface="Calibri"/>
                <a:sym typeface="Calibri"/>
              </a:rPr>
              <a:t>Jefe de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58952" y="3456432"/>
            <a:ext cx="3145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Visión del producto, priorización y coordinación del equipo.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343400" y="1664208"/>
            <a:ext cx="3657600" cy="30632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99432" y="1901952"/>
            <a:ext cx="530352" cy="530352"/>
          </a:xfrm>
          <a:prstGeom prst="ellipse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99432" y="19019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99432" y="2578608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000"/>
              <a:buFont typeface="Georgia"/>
              <a:buNone/>
            </a:pPr>
            <a:r>
              <a:rPr lang="en-US" sz="2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Ariel Cariqueo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99432" y="2999232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B87A5C"/>
                </a:solidFill>
                <a:latin typeface="Calibri"/>
                <a:ea typeface="Calibri"/>
                <a:cs typeface="Calibri"/>
                <a:sym typeface="Calibri"/>
              </a:rPr>
              <a:t>Arquitectura y desarrollo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99432" y="3456432"/>
            <a:ext cx="3145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Diseño técnico, backend, frontend y app de escritorio.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183880" y="1664208"/>
            <a:ext cx="3657600" cy="30632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439912" y="1901952"/>
            <a:ext cx="530352" cy="530352"/>
          </a:xfrm>
          <a:prstGeom prst="ellipse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439912" y="19019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BR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439912" y="2578608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000"/>
              <a:buFont typeface="Georgia"/>
              <a:buNone/>
            </a:pPr>
            <a:r>
              <a:rPr lang="en-US" sz="2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Benjamín Repetto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439912" y="2999232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B87A5C"/>
                </a:solidFill>
                <a:latin typeface="Calibri"/>
                <a:ea typeface="Calibri"/>
                <a:cs typeface="Calibri"/>
                <a:sym typeface="Calibri"/>
              </a:rPr>
              <a:t>Desarrollo e integraciones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439912" y="3456432"/>
            <a:ext cx="31455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Pagos, pedidos en línea y operación del local.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2920" y="4892040"/>
            <a:ext cx="5623560" cy="1371600"/>
          </a:xfrm>
          <a:prstGeom prst="rect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49808" y="502920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DUEÑA DE LA EMPRESA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49808" y="528523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Mitzi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49808" y="56692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Dueña de La 200. El sistema se construye para su local.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309360" y="4892040"/>
            <a:ext cx="5349240" cy="137160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556248" y="5029200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B87A5C"/>
                </a:solidFill>
                <a:latin typeface="Consolas"/>
                <a:ea typeface="Consolas"/>
                <a:cs typeface="Consolas"/>
                <a:sym typeface="Consolas"/>
              </a:rPr>
              <a:t>QUIENES ATIENDEN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556248" y="528523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Trabajadores mayores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556248" y="56692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Adultos mayores que operan el local día a día. El usuario principal del POS.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02  /  IDEA Y CONTEXTO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Un local real, en una parcelación.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La 200 es el local de Mitzi: venta de productos de limpieza dentro de una parcelación. No es un kiosco de calle ni una cadena. Lo atienden trabajadores mayores, y compra quien vive ahí.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2011680"/>
            <a:ext cx="3657600" cy="411480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95528" y="224028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95528" y="269748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QUÉ 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95528" y="3108960"/>
            <a:ext cx="307238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Local en una parcelación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95528" y="4206240"/>
            <a:ext cx="307238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Un punto de venta real de productos de limpieza que necesita ordenar ventas, stock y pedidos.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343400" y="2011680"/>
            <a:ext cx="3657600" cy="411480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636008" y="224028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636008" y="269748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PARA QUIÉN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636008" y="3108960"/>
            <a:ext cx="307238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Dueña, trabajadores y residentes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636008" y="4206240"/>
            <a:ext cx="307238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Mitzi administra. Los trabajadores mayores venden. Quien vive en la parcelación pide y retira.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183880" y="2011680"/>
            <a:ext cx="3657600" cy="411480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476488" y="224028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476488" y="269748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DÓNDE VIVE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476488" y="3108960"/>
            <a:ext cx="307238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Tres puertas, un local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476488" y="4206240"/>
            <a:ext cx="307238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Tablet en el local, celular de quien compra y app de escritorio para administrar.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6B5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502920" y="438912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03  /  LA INTENCIÓN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02920" y="960120"/>
            <a:ext cx="11155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800"/>
              <a:buFont typeface="Georgia"/>
              <a:buNone/>
            </a:pPr>
            <a:r>
              <a:rPr i="1" lang="en-US" sz="28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No queremos un sistema más.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800"/>
              <a:buFont typeface="Georgia"/>
              <a:buNone/>
            </a:pPr>
            <a:r>
              <a:rPr i="1" lang="en-US" sz="28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Queremos que la tecnología se adapte al local, no al revés.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02920" y="2788920"/>
            <a:ext cx="3657600" cy="3246120"/>
          </a:xfrm>
          <a:prstGeom prst="rect">
            <a:avLst/>
          </a:prstGeom>
          <a:solidFill>
            <a:srgbClr val="4F5E4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58952" y="2944368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58952" y="3383280"/>
            <a:ext cx="31455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000"/>
              <a:buFont typeface="Georgia"/>
              <a:buNone/>
            </a:pPr>
            <a:r>
              <a:rPr lang="en-US" sz="20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Incluir a quien atiende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58952" y="4114800"/>
            <a:ext cx="314553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Botones del tamaño de un dedo, letras grandes, alto contraste y confirmaciones claras. Si el trabajador mayor no puede usarlo, el proyecto no sirve.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343400" y="2788920"/>
            <a:ext cx="3657600" cy="3246120"/>
          </a:xfrm>
          <a:prstGeom prst="rect">
            <a:avLst/>
          </a:prstGeom>
          <a:solidFill>
            <a:srgbClr val="4F5E4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99432" y="2944368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99432" y="3383280"/>
            <a:ext cx="31455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000"/>
              <a:buFont typeface="Georgia"/>
              <a:buNone/>
            </a:pPr>
            <a:r>
              <a:rPr lang="en-US" sz="20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Cuidar a quien compra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99432" y="4114800"/>
            <a:ext cx="314553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Pedir desde el celular, pagar en línea o en el local, y retirar sin que cualquiera se lleve el pedido. Nombre y teléfono no son un trámite: son un resguardo.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183880" y="2788920"/>
            <a:ext cx="3657600" cy="3246120"/>
          </a:xfrm>
          <a:prstGeom prst="rect">
            <a:avLst/>
          </a:prstGeom>
          <a:solidFill>
            <a:srgbClr val="4F5E4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439912" y="2944368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439912" y="3383280"/>
            <a:ext cx="31455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000"/>
              <a:buFont typeface="Georgia"/>
              <a:buNone/>
            </a:pPr>
            <a:r>
              <a:rPr lang="en-US" sz="20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Ordenar el negocio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439912" y="4114800"/>
            <a:ext cx="314553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Stock en vivo, reportes y cierre de caja para Mitzi. La administración, fuera de la tablet del local, protegida con autenticador.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04  /  PLANTEAMIENTO DEL PROBLEMA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El local ya funciona. Falta integrarlo y escalarlo.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Hoy el negocio ya opera de forma local, pero sus procesos no están integrados con un canal web de pedidos. Eso limita el crecimiento, dificulta el control y aumenta la carga de quienes atienden.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02920" y="1874520"/>
            <a:ext cx="5623560" cy="201168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77240" y="213055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508760" y="213055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Gestión local desconectada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77240" y="2651760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El local ya puede gestionar ventas y stock, pero falta centralizar la información, activar alertas de producto bajo y generar cierres de caja confiables para Mitzi.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309360" y="1874520"/>
            <a:ext cx="5623560" cy="201168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583680" y="213055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315200" y="213055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Pantallas que excluyen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83680" y="2651760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Los POS del mercado asumen vista joven, dedos rápidos y menús escondidos. Un trabajador mayor se pierde o deja de usarlo.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02920" y="4069080"/>
            <a:ext cx="5623560" cy="201168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77240" y="432511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508760" y="432511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Sin conversión a e-commerce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77240" y="4846320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Quien vive en la parcelación necesita pedir desde el celular y retirar en el local. No se busca delivery: se busca encargo, pago y retiro ordenado.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309360" y="4069080"/>
            <a:ext cx="5623560" cy="201168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583680" y="432511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315200" y="432511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Operación sin resguardo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583680" y="4846320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La venta, la administración, los pagos y el retiro deben estar separados por rol, con identificación del cliente y un flujo digital más seguro.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05  /  STORYTELLING  ·  HOY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Un mismo local, dos fricciones.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02920" y="1463040"/>
            <a:ext cx="5486400" cy="46634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02920" y="1463040"/>
            <a:ext cx="109728" cy="4663440"/>
          </a:xfrm>
          <a:prstGeom prst="rect">
            <a:avLst/>
          </a:prstGeom>
          <a:solidFill>
            <a:srgbClr val="B87A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14400" y="17373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B87A5C"/>
                </a:solidFill>
                <a:latin typeface="Consolas"/>
                <a:ea typeface="Consolas"/>
                <a:cs typeface="Consolas"/>
                <a:sym typeface="Consolas"/>
              </a:rPr>
              <a:t>EN EL LOCAL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600"/>
              <a:buFont typeface="Georgia"/>
              <a:buNone/>
            </a:pPr>
            <a:r>
              <a:rPr lang="en-US" sz="26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Quien atiende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14400" y="2743200"/>
            <a:ext cx="4709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Los trabajadores mayores conocen a quienes compran. El desafío es que vender, revisar stock, cobrar y entregar pedidos sea simple, claro y rápido dentro del mismo local.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14400" y="4343400"/>
            <a:ext cx="4709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Si el sistema no se entiende al primer toque, no se usa.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172200" y="1463040"/>
            <a:ext cx="5486400" cy="46634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172200" y="1463040"/>
            <a:ext cx="109728" cy="4663440"/>
          </a:xfrm>
          <a:prstGeom prst="rect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583680" y="17373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DESDE AFUERA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583680" y="21031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600"/>
              <a:buFont typeface="Georgia"/>
              <a:buNone/>
            </a:pPr>
            <a:r>
              <a:rPr lang="en-US" sz="26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Quien compra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583680" y="2743200"/>
            <a:ext cx="4709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Quien vive en la parcelación necesita productos de limpieza y quiere retirar después. Hoy falta un canal e-commerce simple para encargar, pagar o reservar, sin depender de delivery.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583680" y="4343400"/>
            <a:ext cx="4709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5C6B52"/>
                </a:solidFill>
                <a:latin typeface="Georgia"/>
                <a:ea typeface="Georgia"/>
                <a:cs typeface="Georgia"/>
                <a:sym typeface="Georgia"/>
              </a:rPr>
              <a:t>Si no hay canal de pedido y retiro, la venta se pierde.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06  /  STORYTELLING  ·  LA PROPUESTA DE VALOR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02920" y="676656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El mismo local, otra escena.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02920" y="1207008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Quien atiende cobra con botones del tamaño de un dedo. Quien vive en la parcelación pide desde el celular, paga con Webpay o en el local, y retira mostrando nombre y teléfono. El stock se actualiza solo. Mitzi ve el negocio ordenado.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02920" y="2148840"/>
            <a:ext cx="5623560" cy="1847088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77240" y="240487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508760" y="240487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Accesible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77240" y="2926080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UI grande, alto contraste y confirmaciones claras para trabajadores mayores.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309360" y="2148840"/>
            <a:ext cx="5623560" cy="1847088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583680" y="240487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315200" y="240487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En línea y en el local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583680" y="2926080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Tienda, POS y retiro en un mismo flujo, sin convertirlo en delivery.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20" y="4160520"/>
            <a:ext cx="5623560" cy="1847088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77240" y="441655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508760" y="441655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Pagos reales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77240" y="4937760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Efectivo, TUU en el local y Webpay para quien pide desde afuera.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309360" y="4160520"/>
            <a:ext cx="5623560" cy="1847088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583680" y="441655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315200" y="441655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Stock en vivo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583680" y="4937760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Lo que se vende se descuenta en todos lados. Mitzi ve datos centralizados para tomar mejores decisiones.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07  /  SOLUCIÓN PROPUESTA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Tres puertas, un solo local.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02920" y="1170432"/>
            <a:ext cx="11155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La 200 no es una sola pantalla. Es un sistema que separa quién hace qué, para que cada persona vea solo lo que necesita.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02920" y="1737360"/>
            <a:ext cx="3657600" cy="44348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02920" y="1737360"/>
            <a:ext cx="109728" cy="4434840"/>
          </a:xfrm>
          <a:prstGeom prst="rect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22960" y="19202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600"/>
              <a:buFont typeface="Georgia"/>
              <a:buNone/>
            </a:pPr>
            <a:r>
              <a:rPr i="1" lang="en-US" sz="16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22960" y="226771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El cliente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22960" y="269748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WEB  ·  LADOSCIENTOS.CL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22960" y="312724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Tienda con categorías y precios claros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22960" y="37673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Pago en local o Webpay (Transbank)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22960" y="44074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Seguimiento del pedido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22960" y="50474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Retiro en local con nombre y teléfono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343400" y="1737360"/>
            <a:ext cx="3657600" cy="44348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343400" y="1737360"/>
            <a:ext cx="109728" cy="4434840"/>
          </a:xfrm>
          <a:prstGeom prst="rect">
            <a:avLst/>
          </a:prstGeom>
          <a:solidFill>
            <a:srgbClr val="B87A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63440" y="19202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600"/>
              <a:buFont typeface="Georgia"/>
              <a:buNone/>
            </a:pPr>
            <a:r>
              <a:rPr i="1" lang="en-US" sz="16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663440" y="226771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El local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663440" y="269748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TABLET / POS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663440" y="312724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Botones grandes para vender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663440" y="37673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Efectivo con vuelto a la vista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663440" y="44074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Cobro con TUU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663440" y="50474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Pedidos pendientes, pagados y retirados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183880" y="1737360"/>
            <a:ext cx="3657600" cy="443484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183880" y="1737360"/>
            <a:ext cx="109728" cy="4434840"/>
          </a:xfrm>
          <a:prstGeom prst="rect">
            <a:avLst/>
          </a:prstGeom>
          <a:solidFill>
            <a:srgbClr val="5C6B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503920" y="19202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600"/>
              <a:buFont typeface="Georgia"/>
              <a:buNone/>
            </a:pPr>
            <a:r>
              <a:rPr i="1" lang="en-US" sz="16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503920" y="226771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La administración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503920" y="269748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APP DE ESCRITORIO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8503920" y="312724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Inventario, usuarios y reportes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503920" y="37673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Cierre de caja y stock bajo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503920" y="44074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Usuario + contraseña + Authenticator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503920" y="50474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–  El admin no entra por la web del local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6B5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502920" y="155448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08  /  OBJETIVO GENERAL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02920" y="2057400"/>
            <a:ext cx="111556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Digitalizar e integrar la operación local de La 200 mediante un sistema de gestión, venta y retiro con interfaz accesible para trabajadores mayores y canal e-commerce sin delivery, permitiendo que el negocio de productos de limpieza escale sin perder su forma de atención cercana.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02920" y="475488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B87A5C"/>
                </a:solidFill>
                <a:latin typeface="Consolas"/>
                <a:ea typeface="Consolas"/>
                <a:cs typeface="Consolas"/>
                <a:sym typeface="Consolas"/>
              </a:rPr>
              <a:t>INCLUIR  ·  CUIDAR  ·  ORDENAR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09  /  OBJETIVOS ESPECÍFICOS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600"/>
              <a:buFont typeface="Georgia"/>
              <a:buNone/>
            </a:pPr>
            <a:r>
              <a:rPr lang="en-US" sz="26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Seis pasos para que la intención se vuelva sistema.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02920" y="1325880"/>
            <a:ext cx="5623560" cy="1444752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731520" y="15270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463040" y="1527048"/>
            <a:ext cx="4434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POS accesible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31520" y="196596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Punto de venta táctil, tipografía grande y flujos simples para los trabajadores mayores.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309360" y="1325880"/>
            <a:ext cx="5623560" cy="1444752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537960" y="15270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7269480" y="1527048"/>
            <a:ext cx="4434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Tienda y retiro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537960" y="196596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Canal e-commerce para pedir, pagar o reservar, con retiro presencial identificado y sin delivery.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02920" y="2926080"/>
            <a:ext cx="5623560" cy="1444752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731520" y="31272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463040" y="3127248"/>
            <a:ext cx="4434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Pagos del comercio chileno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731520" y="356616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Integrar efectivo, TUU en el local y Webpay para la compra remota.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309360" y="2926080"/>
            <a:ext cx="5623560" cy="1444752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537960" y="31272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269480" y="3127248"/>
            <a:ext cx="4434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Inventario en tiempo real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537960" y="356616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Que stock, ventas y pedidos se sincronicen entre tablet, web y escritorio.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02920" y="4526280"/>
            <a:ext cx="5623560" cy="1444752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31520" y="4727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463040" y="4727448"/>
            <a:ext cx="4434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Administración protegida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31520" y="516636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Mover el admin a una app de escritorio con usuario, contraseña y Google Authenticator.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309360" y="4526280"/>
            <a:ext cx="5623560" cy="1444752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537960" y="4727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B87A5C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269480" y="4727448"/>
            <a:ext cx="4434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Control del negocio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537960" y="516636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Reportes, alertas de stock bajo y cierre de caja para que Mitzi decida con datos centralizados.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10  /  METODOLOGÍA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02920" y="603493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2600"/>
              <a:buFont typeface="Georgia"/>
              <a:buNone/>
            </a:pPr>
            <a:r>
              <a:rPr lang="en-US" sz="26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Tradicional / Waterfall. Porque ya existe una base funcional y ahora necesitamos formalizarla.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02920" y="1371600"/>
            <a:ext cx="5623560" cy="4754880"/>
          </a:xfrm>
          <a:prstGeom prst="rect">
            <a:avLst/>
          </a:prstGeom>
          <a:solidFill>
            <a:srgbClr val="E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77240" y="1572768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B87A5C"/>
                </a:solidFill>
                <a:latin typeface="Consolas"/>
                <a:ea typeface="Consolas"/>
                <a:cs typeface="Consolas"/>
                <a:sym typeface="Consolas"/>
              </a:rPr>
              <a:t>POR QUÉ METODOLOGÍA TRADICIONAL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777240" y="1938528"/>
            <a:ext cx="5074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600"/>
              <a:buFont typeface="Georgia"/>
              <a:buNone/>
            </a:pPr>
            <a:r>
              <a:rPr i="1" lang="en-US" sz="1600">
                <a:solidFill>
                  <a:srgbClr val="2A2A24"/>
                </a:solidFill>
                <a:latin typeface="Georgia"/>
                <a:ea typeface="Georgia"/>
                <a:cs typeface="Georgia"/>
                <a:sym typeface="Georgia"/>
              </a:rPr>
              <a:t>El proyecto ya cuenta con una base desarrollada. En esta etapa corresponde ordenar el trabajo en fases claras: documentación, diseño, estabilización, pruebas, implementación y cierre.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777240" y="292608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400"/>
              <a:buFont typeface="Georgia"/>
              <a:buNone/>
            </a:pPr>
            <a:r>
              <a:rPr i="1" lang="en-US" sz="1400">
                <a:solidFill>
                  <a:srgbClr val="5C6B52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325880" y="2898648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Permite dejar una línea base formal de requisitos, alcance y entregables.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777240" y="388620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400"/>
              <a:buFont typeface="Georgia"/>
              <a:buNone/>
            </a:pPr>
            <a:r>
              <a:rPr i="1" lang="en-US" sz="1400">
                <a:solidFill>
                  <a:srgbClr val="5C6B52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325880" y="3858768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Ayuda a controlar cambios sin perder el foco del portafolio final.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77240" y="484632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400"/>
              <a:buFont typeface="Georgia"/>
              <a:buNone/>
            </a:pPr>
            <a:r>
              <a:rPr i="1" lang="en-US" sz="1400">
                <a:solidFill>
                  <a:srgbClr val="5C6B52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325880" y="4818888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Facilita presentar evidencias por etapa y validar el sistema antes de la entrega final.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446520" y="141732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CÓMO LO VAMOS A DESARROLLAR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446520" y="178308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Fase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818120" y="17830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Documentación inicial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7818120" y="20756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RS, Kick-off, Gantt, arquitectura y alcance.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446520" y="260604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Fase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818120" y="26060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Diseño y ajustes técnicos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7818120" y="28986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Arquitectura, base de datos e integraciones.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446520" y="342900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Fase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7818120" y="3429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Estabilización del sistema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818120" y="37216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POS, e-commerce, pagos, stock y seguridad.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446520" y="42519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Fase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7818120" y="42519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Pruebas e implementación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818120" y="45445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Pruebas funcionales, aceptación y despliegue.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446520" y="507492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Fase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7818120" y="50749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A2A24"/>
                </a:solidFill>
                <a:latin typeface="Calibri"/>
                <a:ea typeface="Calibri"/>
                <a:cs typeface="Calibri"/>
                <a:sym typeface="Calibri"/>
              </a:rPr>
              <a:t>Cierre del proyecto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7818120" y="53675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0"/>
                </a:solidFill>
                <a:latin typeface="Calibri"/>
                <a:ea typeface="Calibri"/>
                <a:cs typeface="Calibri"/>
                <a:sym typeface="Calibri"/>
              </a:rPr>
              <a:t>Manuales, evidencias y presentación final.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LA 200  ·  PROPUESTA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5C6B52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6B5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640080" y="1737360"/>
            <a:ext cx="10881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2EDE3"/>
                </a:solidFill>
                <a:latin typeface="Consolas"/>
                <a:ea typeface="Consolas"/>
                <a:cs typeface="Consolas"/>
                <a:sym typeface="Consolas"/>
              </a:rPr>
              <a:t>LA 200  ·  LADOSCIENTOS.CL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40080" y="219456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3200"/>
              <a:buFont typeface="Georgia"/>
              <a:buNone/>
            </a:pPr>
            <a:r>
              <a:rPr i="1" lang="en-US" sz="32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El local sigue siendo de la parcelación.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3200"/>
              <a:buFont typeface="Georgia"/>
              <a:buNone/>
            </a:pPr>
            <a:r>
              <a:rPr i="1" lang="en-US" sz="3200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La tecnología, por fin, también.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2EDE3"/>
                </a:solidFill>
                <a:latin typeface="Calibri"/>
                <a:ea typeface="Calibri"/>
                <a:cs typeface="Calibri"/>
                <a:sym typeface="Calibri"/>
              </a:rPr>
              <a:t>Incluir a quien atiende. Cuidar a quien compra. Ordenar el negocio.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640080" y="50749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A5C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B87A5C"/>
                </a:solidFill>
                <a:latin typeface="Consolas"/>
                <a:ea typeface="Consolas"/>
                <a:cs typeface="Consolas"/>
                <a:sym typeface="Consolas"/>
              </a:rPr>
              <a:t>GRACIAS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2026-08-28T03:57:38Z</dcterms:created>
  <dc:creator>Equipo La 200</dc:creator>
</cp:coreProperties>
</file>